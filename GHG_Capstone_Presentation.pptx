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4B8A6"/>
                </a:solidFill>
                <a:latin typeface="Calibri"/>
              </a:rP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Global GHG Emissions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4B8A6"/>
                </a:solidFill>
                <a:latin typeface="Calibri"/>
              </a:rPr>
              <a:t>Intelligence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AI-Powered Forecasting · Full-Stack Dashboard ·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MODEL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B8A6"/>
                </a:solidFill>
                <a:latin typeface="Calibri"/>
              </a:rPr>
              <a:t>99.3% 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3474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51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  <a:latin typeface="Calibri"/>
              </a:rPr>
              <a:t>1990–2031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383280"/>
            <a:ext cx="3474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GAS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CO₂ · CH₄ · N₂O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754880"/>
            <a:ext cx="3474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COUNTRIES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949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B5CF6"/>
                </a:solidFill>
                <a:latin typeface="Calibri"/>
              </a:rPr>
              <a:t>200+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6126480"/>
            <a:ext cx="3474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D5C"/>
                </a:solidFill>
                <a:latin typeface="Calibri"/>
              </a:rPr>
              <a:t>GLOBAL GHG INTELLIGENCE  ·  2026  ·  POWERED BY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3D2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SLIDE 01  |  PROBLEM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 &amp;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394960" cy="4480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🌍 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▸  Greenhouse gas emissions (CO₂, CH₄, N₂O) are the primary driver of climate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▸  Policy makers lack precise, country-level forecasts beyond historical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▸  Existing tools are complex, not interactive, and don't provide risk classification.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▸  Need: a simple, real-time GHG predictor accessible to everyone.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00200"/>
            <a:ext cx="5577840" cy="4480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📊  Dataset — FAO Global GHG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 FAO (Food &amp; Agriculture Org.)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535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953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~16,000+ rows after 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753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SPAN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575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1990 – 2021 (30 years)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1970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Area, Year, Emission Element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18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TARGETS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CO₂, CH₄, N₂O  (kilotonnes)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440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COUNTRIES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200+ nations covered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D5C"/>
                </a:solidFill>
                <a:latin typeface="Calibri"/>
              </a:rPr>
              <a:t>GLOBAL GHG INTELLIGENCE  ·  PROBLEM &amp;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D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8B5CF6"/>
                </a:solidFill>
                <a:latin typeface="Calibri"/>
              </a:rPr>
              <a:t>SLIDE 02  |  NOTEBOOK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48640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7099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Loading &amp;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5603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Loaded FAO CSV into Pandas. Inspected shape, dtypes, and missing values. Dataset had wide format (Year columns) → melted to long format.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48640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7099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Cleaning &amp;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5603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Dropped NaN emission rows. Renamed columns. Label-encoded Area and Element categorical columns using LabelEncoder. Applied StandardScaler on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0416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EDA — Trends &amp; Distributions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8920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Plotted per-country emission timelines. Aggregated decade averages. Identified top emitters. Visualised CO₂ vs CH₄ vs N₂O distributions with matplotlib/seaborn.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48640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40416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8920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Built 3 numerical features: [Area_encoded, Element_encoded, Year]. Target: emission value in kilotonnes. Train/test split: 80/20 ratio, random_state=42.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D5C"/>
                </a:solidFill>
                <a:latin typeface="Calibri"/>
              </a:rPr>
              <a:t>GLOBAL GHG INTELLIGENCE  ·  EDA &amp; NOTEBOOK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53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SLIDE 03  |  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Model Training &amp;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394960" cy="4846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🌲  Random Forest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Algorithm: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RandomForestRegressor (scikit-learn)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980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n_estimators: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980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100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max_depth: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3101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None (fully grown)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Features Used: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822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Area, Gas Type, Year (3 features)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342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Training Split: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3342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80% train / 20%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Data Size: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~16,000 samples after 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583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Export Format: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3583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Pickle (.pkl) for Flask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600200"/>
            <a:ext cx="5577840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📈  Model Performance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R²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606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Calibri"/>
              </a:rPr>
              <a:t>99.3%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606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Very 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RMSE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606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Very 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977639"/>
            <a:ext cx="5577840" cy="2468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114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🔮  Smart Forecast Logic (2022–2031)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Model was trained on 1990–2021 historical data. For future years:
▸ RF baseline prediction anchors the starting point.
▸ Historical trend slope is calculated from the last 10 years.
▸ Forecast = RF Baseline + (Slope × Years Ahead × 0.75)
▸ Clipped at 0 to prevent negative emission values.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D5C"/>
                </a:solidFill>
                <a:latin typeface="Calibri"/>
              </a:rPr>
              <a:t>GLOBAL GHG INTELLIGENCE  ·  ML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4B8A6"/>
                </a:solidFill>
                <a:latin typeface="Calibri"/>
              </a:rPr>
              <a:t>SLIDE 04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Full-Stack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749039" cy="4846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⚙️ 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Python + Flask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78608"/>
            <a:ext cx="33832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flask, flask-cors,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pandas, scikit-learn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pickle (model serialisation)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336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3 REST endpoints: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365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  /predict  → 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39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  /forecast  → 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42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  /metadata →  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1600200"/>
            <a:ext cx="3749039" cy="4846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🔗 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HTTP / 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578608"/>
            <a:ext cx="338328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27249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Area (country name)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2278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Element (gas type)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Year (1990–2050)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2336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Responses include: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7365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  prediction value (kt)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239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  insight (Low/Med/High)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742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  forecast array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1600200"/>
            <a:ext cx="3749039" cy="4846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🖥️  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React + Vite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2578608"/>
            <a:ext cx="33832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0" y="27249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react-router-dom navigation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2278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framer-motion animations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recharts (Area + Bar charts)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2336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lucide-react icons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7365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axios for API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239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Tailwind CSS utility classes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742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Custom glassmorphism UI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33672" y="4023360"/>
            <a:ext cx="25603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15384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02752" y="4023360"/>
            <a:ext cx="25603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84464" y="3886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D5C"/>
                </a:solidFill>
                <a:latin typeface="Calibri"/>
              </a:rPr>
              <a:t>GLOBAL GHG INTELLIGENCE  · 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3D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SLIDE 05  |  UI DESIGN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UI Design &amp; Key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394960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🏠  Landing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Dark glassmorphism hero with animated Atmosphere particles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24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3D card tilt on hover via framer-motion (rotateX/rotateY)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083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Key metrics strip: Accuracy, Gas Types,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924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Gradient CTA button → navigates to Predictor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00200"/>
            <a:ext cx="5577840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📊  GHG Dashboard (Predictor)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KPI row: Peak, Avg Historical, 2031 Trend, R²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24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Area chart: historical timeline + AI forecast overlay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083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Decade bar chart: 1990s → 2020s averages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39242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Threat level badge: 🟢 Low · 🟡 Medium · 🔴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764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▸  Mitigation strategy panel specific to gas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39"/>
            <a:ext cx="11247120" cy="2468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🏆  Key Outcomes &amp; Achievements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53712"/>
            <a:ext cx="10789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99.3%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Model Accuracy
on test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5166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REST API routes:
predict · forecast · metadata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4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5 UI Screens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5166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Landing + Dashboard
with full interactivity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6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  <a:latin typeface="Calibri"/>
              </a:rPr>
              <a:t>30 yrs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6" y="5166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Historical FAO dataset
1990 –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10 yr 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5166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AI-powered projection
2022 – 2031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4D5C"/>
                </a:solidFill>
                <a:latin typeface="Calibri"/>
              </a:rPr>
              <a:t>GLOBAL GHG INTELLIGENCE  ·  UI &amp;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02552"/>
            <a:ext cx="1218895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4B8A6"/>
                </a:solidFill>
                <a:latin typeface="Calibri"/>
              </a:rPr>
              <a:t>Global GHG Emissions Intelligence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A full-stack AI project: from raw FAO data to interactive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Calibri"/>
              </a:rPr>
              <a:t>Python / 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1176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0B981"/>
                </a:solidFill>
                <a:latin typeface="Calibri"/>
              </a:rPr>
              <a:t>scikit-learn RF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0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B8A6"/>
                </a:solidFill>
                <a:latin typeface="Calibri"/>
              </a:rPr>
              <a:t>Flask 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Calibri"/>
              </a:rPr>
              <a:t>React + Vite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6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2F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444"/>
                </a:solidFill>
                <a:latin typeface="Calibri"/>
              </a:rPr>
              <a:t>framer-motion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66376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Calibri"/>
              </a:rPr>
              <a:t>recharts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4D5C"/>
                </a:solidFill>
                <a:latin typeface="Calibri"/>
              </a:rPr>
              <a:t>BUILT FOR CAPSTONE DEMONSTRATION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834</Words>
  <Application>Microsoft Office PowerPoint</Application>
  <PresentationFormat>Custom</PresentationFormat>
  <Paragraphs>143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ydvraman555@gmail.com</cp:lastModifiedBy>
  <cp:revision>1</cp:revision>
  <dcterms:created xsi:type="dcterms:W3CDTF">2013-01-27T09:14:16Z</dcterms:created>
  <dcterms:modified xsi:type="dcterms:W3CDTF">2026-03-31T07:46:02Z</dcterms:modified>
  <cp:category/>
</cp:coreProperties>
</file>